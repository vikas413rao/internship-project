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880E5-43C6-45FB-B109-F6419A334063}" v="53" dt="2026-02-24T01:36:51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RAO" userId="ae46efe0d0737c5b" providerId="LiveId" clId="{0143A026-EE0D-4F27-86C9-E851CEA4771C}"/>
    <pc:docChg chg="undo custSel addSld modSld">
      <pc:chgData name="VIKAS RAO" userId="ae46efe0d0737c5b" providerId="LiveId" clId="{0143A026-EE0D-4F27-86C9-E851CEA4771C}" dt="2026-02-24T01:36:51.479" v="430" actId="14100"/>
      <pc:docMkLst>
        <pc:docMk/>
      </pc:docMkLst>
      <pc:sldChg chg="delSp modSp new mod">
        <pc:chgData name="VIKAS RAO" userId="ae46efe0d0737c5b" providerId="LiveId" clId="{0143A026-EE0D-4F27-86C9-E851CEA4771C}" dt="2026-02-23T14:49:57.271" v="83" actId="5793"/>
        <pc:sldMkLst>
          <pc:docMk/>
          <pc:sldMk cId="564225086" sldId="257"/>
        </pc:sldMkLst>
        <pc:spChg chg="mod">
          <ac:chgData name="VIKAS RAO" userId="ae46efe0d0737c5b" providerId="LiveId" clId="{0143A026-EE0D-4F27-86C9-E851CEA4771C}" dt="2026-02-23T14:49:44.122" v="78" actId="255"/>
          <ac:spMkLst>
            <pc:docMk/>
            <pc:sldMk cId="564225086" sldId="257"/>
            <ac:spMk id="2" creationId="{9283BB87-A494-7F27-915B-2664B83E021C}"/>
          </ac:spMkLst>
        </pc:spChg>
        <pc:spChg chg="mod">
          <ac:chgData name="VIKAS RAO" userId="ae46efe0d0737c5b" providerId="LiveId" clId="{0143A026-EE0D-4F27-86C9-E851CEA4771C}" dt="2026-02-23T14:49:57.271" v="83" actId="5793"/>
          <ac:spMkLst>
            <pc:docMk/>
            <pc:sldMk cId="564225086" sldId="257"/>
            <ac:spMk id="3" creationId="{364C4A64-668F-95E6-EE04-D64089742C42}"/>
          </ac:spMkLst>
        </pc:spChg>
        <pc:spChg chg="del">
          <ac:chgData name="VIKAS RAO" userId="ae46efe0d0737c5b" providerId="LiveId" clId="{0143A026-EE0D-4F27-86C9-E851CEA4771C}" dt="2026-02-23T14:48:01.883" v="17" actId="478"/>
          <ac:spMkLst>
            <pc:docMk/>
            <pc:sldMk cId="564225086" sldId="257"/>
            <ac:spMk id="4" creationId="{3C8B4446-2C75-F928-CF1D-63D4C40786EC}"/>
          </ac:spMkLst>
        </pc:spChg>
      </pc:sldChg>
      <pc:sldChg chg="delSp modSp new mod">
        <pc:chgData name="VIKAS RAO" userId="ae46efe0d0737c5b" providerId="LiveId" clId="{0143A026-EE0D-4F27-86C9-E851CEA4771C}" dt="2026-02-23T14:51:12.167" v="95" actId="255"/>
        <pc:sldMkLst>
          <pc:docMk/>
          <pc:sldMk cId="393129628" sldId="258"/>
        </pc:sldMkLst>
        <pc:spChg chg="mod">
          <ac:chgData name="VIKAS RAO" userId="ae46efe0d0737c5b" providerId="LiveId" clId="{0143A026-EE0D-4F27-86C9-E851CEA4771C}" dt="2026-02-23T14:50:31.521" v="87" actId="2711"/>
          <ac:spMkLst>
            <pc:docMk/>
            <pc:sldMk cId="393129628" sldId="258"/>
            <ac:spMk id="2" creationId="{22793516-A02B-0603-A015-E1A082D2BA62}"/>
          </ac:spMkLst>
        </pc:spChg>
        <pc:spChg chg="mod">
          <ac:chgData name="VIKAS RAO" userId="ae46efe0d0737c5b" providerId="LiveId" clId="{0143A026-EE0D-4F27-86C9-E851CEA4771C}" dt="2026-02-23T14:51:12.167" v="95" actId="255"/>
          <ac:spMkLst>
            <pc:docMk/>
            <pc:sldMk cId="393129628" sldId="258"/>
            <ac:spMk id="3" creationId="{BB9CF535-2592-1FB2-52C4-49E3C0A3543B}"/>
          </ac:spMkLst>
        </pc:spChg>
        <pc:spChg chg="del mod">
          <ac:chgData name="VIKAS RAO" userId="ae46efe0d0737c5b" providerId="LiveId" clId="{0143A026-EE0D-4F27-86C9-E851CEA4771C}" dt="2026-02-23T14:50:38.555" v="89" actId="478"/>
          <ac:spMkLst>
            <pc:docMk/>
            <pc:sldMk cId="393129628" sldId="258"/>
            <ac:spMk id="4" creationId="{5F7FF7B2-2B82-E9D7-35C5-5E86CB7911FD}"/>
          </ac:spMkLst>
        </pc:spChg>
      </pc:sldChg>
      <pc:sldChg chg="delSp modSp new mod">
        <pc:chgData name="VIKAS RAO" userId="ae46efe0d0737c5b" providerId="LiveId" clId="{0143A026-EE0D-4F27-86C9-E851CEA4771C}" dt="2026-02-23T14:53:24.967" v="105" actId="2711"/>
        <pc:sldMkLst>
          <pc:docMk/>
          <pc:sldMk cId="2490730192" sldId="259"/>
        </pc:sldMkLst>
        <pc:spChg chg="mod">
          <ac:chgData name="VIKAS RAO" userId="ae46efe0d0737c5b" providerId="LiveId" clId="{0143A026-EE0D-4F27-86C9-E851CEA4771C}" dt="2026-02-23T14:52:46.244" v="99" actId="2711"/>
          <ac:spMkLst>
            <pc:docMk/>
            <pc:sldMk cId="2490730192" sldId="259"/>
            <ac:spMk id="2" creationId="{C0183BBD-ED62-E7ED-B6A5-FCA741582EFC}"/>
          </ac:spMkLst>
        </pc:spChg>
        <pc:spChg chg="mod">
          <ac:chgData name="VIKAS RAO" userId="ae46efe0d0737c5b" providerId="LiveId" clId="{0143A026-EE0D-4F27-86C9-E851CEA4771C}" dt="2026-02-23T14:53:24.967" v="105" actId="2711"/>
          <ac:spMkLst>
            <pc:docMk/>
            <pc:sldMk cId="2490730192" sldId="259"/>
            <ac:spMk id="3" creationId="{28121665-E76E-6194-9997-7AB3E96FE2F1}"/>
          </ac:spMkLst>
        </pc:spChg>
        <pc:spChg chg="del">
          <ac:chgData name="VIKAS RAO" userId="ae46efe0d0737c5b" providerId="LiveId" clId="{0143A026-EE0D-4F27-86C9-E851CEA4771C}" dt="2026-02-23T14:52:49.822" v="100" actId="478"/>
          <ac:spMkLst>
            <pc:docMk/>
            <pc:sldMk cId="2490730192" sldId="259"/>
            <ac:spMk id="4" creationId="{2367BF2E-1728-E7E5-F952-D5F62870629D}"/>
          </ac:spMkLst>
        </pc:spChg>
      </pc:sldChg>
      <pc:sldChg chg="delSp modSp new mod">
        <pc:chgData name="VIKAS RAO" userId="ae46efe0d0737c5b" providerId="LiveId" clId="{0143A026-EE0D-4F27-86C9-E851CEA4771C}" dt="2026-02-23T14:54:54.474" v="116" actId="2711"/>
        <pc:sldMkLst>
          <pc:docMk/>
          <pc:sldMk cId="1666211088" sldId="260"/>
        </pc:sldMkLst>
        <pc:spChg chg="mod">
          <ac:chgData name="VIKAS RAO" userId="ae46efe0d0737c5b" providerId="LiveId" clId="{0143A026-EE0D-4F27-86C9-E851CEA4771C}" dt="2026-02-23T14:54:15.717" v="109" actId="2711"/>
          <ac:spMkLst>
            <pc:docMk/>
            <pc:sldMk cId="1666211088" sldId="260"/>
            <ac:spMk id="2" creationId="{A4023474-3A4D-6C9F-FF6C-C72357B4605B}"/>
          </ac:spMkLst>
        </pc:spChg>
        <pc:spChg chg="mod">
          <ac:chgData name="VIKAS RAO" userId="ae46efe0d0737c5b" providerId="LiveId" clId="{0143A026-EE0D-4F27-86C9-E851CEA4771C}" dt="2026-02-23T14:54:54.474" v="116" actId="2711"/>
          <ac:spMkLst>
            <pc:docMk/>
            <pc:sldMk cId="1666211088" sldId="260"/>
            <ac:spMk id="3" creationId="{C91AA6D9-29DF-9C5D-7333-43ED184AB2BF}"/>
          </ac:spMkLst>
        </pc:spChg>
        <pc:spChg chg="del">
          <ac:chgData name="VIKAS RAO" userId="ae46efe0d0737c5b" providerId="LiveId" clId="{0143A026-EE0D-4F27-86C9-E851CEA4771C}" dt="2026-02-23T14:54:22.528" v="110" actId="478"/>
          <ac:spMkLst>
            <pc:docMk/>
            <pc:sldMk cId="1666211088" sldId="260"/>
            <ac:spMk id="4" creationId="{3EDF034B-1280-AC3B-79FB-12CAAAD0AD97}"/>
          </ac:spMkLst>
        </pc:spChg>
      </pc:sldChg>
      <pc:sldChg chg="delSp modSp new mod">
        <pc:chgData name="VIKAS RAO" userId="ae46efe0d0737c5b" providerId="LiveId" clId="{0143A026-EE0D-4F27-86C9-E851CEA4771C}" dt="2026-02-23T14:56:22.999" v="126" actId="2711"/>
        <pc:sldMkLst>
          <pc:docMk/>
          <pc:sldMk cId="568374757" sldId="261"/>
        </pc:sldMkLst>
        <pc:spChg chg="mod">
          <ac:chgData name="VIKAS RAO" userId="ae46efe0d0737c5b" providerId="LiveId" clId="{0143A026-EE0D-4F27-86C9-E851CEA4771C}" dt="2026-02-23T14:55:49.042" v="120" actId="2711"/>
          <ac:spMkLst>
            <pc:docMk/>
            <pc:sldMk cId="568374757" sldId="261"/>
            <ac:spMk id="2" creationId="{27E53181-A859-24C0-E334-B2BFBF9F81D3}"/>
          </ac:spMkLst>
        </pc:spChg>
        <pc:spChg chg="mod">
          <ac:chgData name="VIKAS RAO" userId="ae46efe0d0737c5b" providerId="LiveId" clId="{0143A026-EE0D-4F27-86C9-E851CEA4771C}" dt="2026-02-23T14:56:22.999" v="126" actId="2711"/>
          <ac:spMkLst>
            <pc:docMk/>
            <pc:sldMk cId="568374757" sldId="261"/>
            <ac:spMk id="3" creationId="{F7B5CEE5-032E-2908-0B18-F868EEAAA4B7}"/>
          </ac:spMkLst>
        </pc:spChg>
        <pc:spChg chg="del">
          <ac:chgData name="VIKAS RAO" userId="ae46efe0d0737c5b" providerId="LiveId" clId="{0143A026-EE0D-4F27-86C9-E851CEA4771C}" dt="2026-02-23T14:55:53.468" v="121" actId="478"/>
          <ac:spMkLst>
            <pc:docMk/>
            <pc:sldMk cId="568374757" sldId="261"/>
            <ac:spMk id="4" creationId="{9A9140B1-D17D-0597-76F1-7FB51556A39C}"/>
          </ac:spMkLst>
        </pc:spChg>
      </pc:sldChg>
      <pc:sldChg chg="delSp modSp new mod">
        <pc:chgData name="VIKAS RAO" userId="ae46efe0d0737c5b" providerId="LiveId" clId="{0143A026-EE0D-4F27-86C9-E851CEA4771C}" dt="2026-02-23T15:00:36.914" v="142" actId="20577"/>
        <pc:sldMkLst>
          <pc:docMk/>
          <pc:sldMk cId="1670439291" sldId="262"/>
        </pc:sldMkLst>
        <pc:spChg chg="mod">
          <ac:chgData name="VIKAS RAO" userId="ae46efe0d0737c5b" providerId="LiveId" clId="{0143A026-EE0D-4F27-86C9-E851CEA4771C}" dt="2026-02-23T14:58:35.107" v="130" actId="14100"/>
          <ac:spMkLst>
            <pc:docMk/>
            <pc:sldMk cId="1670439291" sldId="262"/>
            <ac:spMk id="2" creationId="{4D72140A-D786-C5CA-A91B-579F0756C5A1}"/>
          </ac:spMkLst>
        </pc:spChg>
        <pc:spChg chg="mod">
          <ac:chgData name="VIKAS RAO" userId="ae46efe0d0737c5b" providerId="LiveId" clId="{0143A026-EE0D-4F27-86C9-E851CEA4771C}" dt="2026-02-23T15:00:36.914" v="142" actId="20577"/>
          <ac:spMkLst>
            <pc:docMk/>
            <pc:sldMk cId="1670439291" sldId="262"/>
            <ac:spMk id="3" creationId="{339D326A-8FB9-030A-9CE3-8E95D2A0E2BA}"/>
          </ac:spMkLst>
        </pc:spChg>
        <pc:spChg chg="del">
          <ac:chgData name="VIKAS RAO" userId="ae46efe0d0737c5b" providerId="LiveId" clId="{0143A026-EE0D-4F27-86C9-E851CEA4771C}" dt="2026-02-23T14:58:39.238" v="131" actId="478"/>
          <ac:spMkLst>
            <pc:docMk/>
            <pc:sldMk cId="1670439291" sldId="262"/>
            <ac:spMk id="4" creationId="{BF380D35-4ED0-B5C0-0CA2-48531732548E}"/>
          </ac:spMkLst>
        </pc:spChg>
      </pc:sldChg>
      <pc:sldChg chg="modSp new mod">
        <pc:chgData name="VIKAS RAO" userId="ae46efe0d0737c5b" providerId="LiveId" clId="{0143A026-EE0D-4F27-86C9-E851CEA4771C}" dt="2026-02-23T15:02:21.943" v="161" actId="2711"/>
        <pc:sldMkLst>
          <pc:docMk/>
          <pc:sldMk cId="2532351705" sldId="263"/>
        </pc:sldMkLst>
        <pc:spChg chg="mod">
          <ac:chgData name="VIKAS RAO" userId="ae46efe0d0737c5b" providerId="LiveId" clId="{0143A026-EE0D-4F27-86C9-E851CEA4771C}" dt="2026-02-23T15:01:16.187" v="150" actId="14100"/>
          <ac:spMkLst>
            <pc:docMk/>
            <pc:sldMk cId="2532351705" sldId="263"/>
            <ac:spMk id="2" creationId="{4D5ACD71-4BE5-0E1A-C2C9-B859AF185994}"/>
          </ac:spMkLst>
        </pc:spChg>
        <pc:spChg chg="mod">
          <ac:chgData name="VIKAS RAO" userId="ae46efe0d0737c5b" providerId="LiveId" clId="{0143A026-EE0D-4F27-86C9-E851CEA4771C}" dt="2026-02-23T15:02:15.103" v="160" actId="2711"/>
          <ac:spMkLst>
            <pc:docMk/>
            <pc:sldMk cId="2532351705" sldId="263"/>
            <ac:spMk id="3" creationId="{04B437F8-6D9B-AB42-2700-6F3436E9214C}"/>
          </ac:spMkLst>
        </pc:spChg>
        <pc:spChg chg="mod">
          <ac:chgData name="VIKAS RAO" userId="ae46efe0d0737c5b" providerId="LiveId" clId="{0143A026-EE0D-4F27-86C9-E851CEA4771C}" dt="2026-02-23T15:02:21.943" v="161" actId="2711"/>
          <ac:spMkLst>
            <pc:docMk/>
            <pc:sldMk cId="2532351705" sldId="263"/>
            <ac:spMk id="4" creationId="{404C19CC-F3D9-F3BD-D9B8-DC482C41AD4B}"/>
          </ac:spMkLst>
        </pc:spChg>
      </pc:sldChg>
      <pc:sldChg chg="delSp modSp new mod">
        <pc:chgData name="VIKAS RAO" userId="ae46efe0d0737c5b" providerId="LiveId" clId="{0143A026-EE0D-4F27-86C9-E851CEA4771C}" dt="2026-02-23T15:35:32.692" v="176" actId="2711"/>
        <pc:sldMkLst>
          <pc:docMk/>
          <pc:sldMk cId="2151984122" sldId="264"/>
        </pc:sldMkLst>
        <pc:spChg chg="mod">
          <ac:chgData name="VIKAS RAO" userId="ae46efe0d0737c5b" providerId="LiveId" clId="{0143A026-EE0D-4F27-86C9-E851CEA4771C}" dt="2026-02-23T15:34:43.835" v="165" actId="14100"/>
          <ac:spMkLst>
            <pc:docMk/>
            <pc:sldMk cId="2151984122" sldId="264"/>
            <ac:spMk id="2" creationId="{09CC4074-1F09-B416-5E90-A45DE317E7CC}"/>
          </ac:spMkLst>
        </pc:spChg>
        <pc:spChg chg="mod">
          <ac:chgData name="VIKAS RAO" userId="ae46efe0d0737c5b" providerId="LiveId" clId="{0143A026-EE0D-4F27-86C9-E851CEA4771C}" dt="2026-02-23T15:35:32.692" v="176" actId="2711"/>
          <ac:spMkLst>
            <pc:docMk/>
            <pc:sldMk cId="2151984122" sldId="264"/>
            <ac:spMk id="3" creationId="{85FA03ED-D5CC-D5ED-02A4-13DCCDF49EE4}"/>
          </ac:spMkLst>
        </pc:spChg>
        <pc:spChg chg="del">
          <ac:chgData name="VIKAS RAO" userId="ae46efe0d0737c5b" providerId="LiveId" clId="{0143A026-EE0D-4F27-86C9-E851CEA4771C}" dt="2026-02-23T15:34:47.190" v="166" actId="478"/>
          <ac:spMkLst>
            <pc:docMk/>
            <pc:sldMk cId="2151984122" sldId="264"/>
            <ac:spMk id="4" creationId="{0335FB79-DBD3-17C9-73B9-98496F314C12}"/>
          </ac:spMkLst>
        </pc:spChg>
      </pc:sldChg>
      <pc:sldChg chg="addSp delSp modSp new mod">
        <pc:chgData name="VIKAS RAO" userId="ae46efe0d0737c5b" providerId="LiveId" clId="{0143A026-EE0D-4F27-86C9-E851CEA4771C}" dt="2026-02-23T15:38:58.902" v="198" actId="2711"/>
        <pc:sldMkLst>
          <pc:docMk/>
          <pc:sldMk cId="3022411090" sldId="265"/>
        </pc:sldMkLst>
        <pc:spChg chg="mod">
          <ac:chgData name="VIKAS RAO" userId="ae46efe0d0737c5b" providerId="LiveId" clId="{0143A026-EE0D-4F27-86C9-E851CEA4771C}" dt="2026-02-23T15:35:57.934" v="179" actId="2711"/>
          <ac:spMkLst>
            <pc:docMk/>
            <pc:sldMk cId="3022411090" sldId="265"/>
            <ac:spMk id="2" creationId="{9A9FFFAE-05A9-BA25-AB32-03FCFF763633}"/>
          </ac:spMkLst>
        </pc:spChg>
        <pc:spChg chg="add del mod">
          <ac:chgData name="VIKAS RAO" userId="ae46efe0d0737c5b" providerId="LiveId" clId="{0143A026-EE0D-4F27-86C9-E851CEA4771C}" dt="2026-02-23T15:38:58.902" v="198" actId="2711"/>
          <ac:spMkLst>
            <pc:docMk/>
            <pc:sldMk cId="3022411090" sldId="265"/>
            <ac:spMk id="3" creationId="{F4088E4E-3A4A-0BBD-FDA3-F08601F4BF25}"/>
          </ac:spMkLst>
        </pc:spChg>
        <pc:spChg chg="del">
          <ac:chgData name="VIKAS RAO" userId="ae46efe0d0737c5b" providerId="LiveId" clId="{0143A026-EE0D-4F27-86C9-E851CEA4771C}" dt="2026-02-23T15:36:36.758" v="180" actId="478"/>
          <ac:spMkLst>
            <pc:docMk/>
            <pc:sldMk cId="3022411090" sldId="265"/>
            <ac:spMk id="4" creationId="{01D32833-F44E-CBE1-8E51-5D79CD4DF73E}"/>
          </ac:spMkLst>
        </pc:spChg>
        <pc:spChg chg="add mod">
          <ac:chgData name="VIKAS RAO" userId="ae46efe0d0737c5b" providerId="LiveId" clId="{0143A026-EE0D-4F27-86C9-E851CEA4771C}" dt="2026-02-23T15:36:47.251" v="183"/>
          <ac:spMkLst>
            <pc:docMk/>
            <pc:sldMk cId="3022411090" sldId="265"/>
            <ac:spMk id="5" creationId="{968E295E-251D-8C77-4B1E-0F6E3BD3F565}"/>
          </ac:spMkLst>
        </pc:spChg>
        <pc:spChg chg="add mod">
          <ac:chgData name="VIKAS RAO" userId="ae46efe0d0737c5b" providerId="LiveId" clId="{0143A026-EE0D-4F27-86C9-E851CEA4771C}" dt="2026-02-23T15:37:06.395" v="189"/>
          <ac:spMkLst>
            <pc:docMk/>
            <pc:sldMk cId="3022411090" sldId="265"/>
            <ac:spMk id="6" creationId="{C71ABF1D-DB2F-0012-96BC-E0BC846D8BC7}"/>
          </ac:spMkLst>
        </pc:spChg>
        <pc:spChg chg="add mod">
          <ac:chgData name="VIKAS RAO" userId="ae46efe0d0737c5b" providerId="LiveId" clId="{0143A026-EE0D-4F27-86C9-E851CEA4771C}" dt="2026-02-23T15:37:56.103" v="192"/>
          <ac:spMkLst>
            <pc:docMk/>
            <pc:sldMk cId="3022411090" sldId="265"/>
            <ac:spMk id="7" creationId="{83603CDB-7794-BFCF-58F4-CC6571902D6D}"/>
          </ac:spMkLst>
        </pc:spChg>
        <pc:spChg chg="add mod">
          <ac:chgData name="VIKAS RAO" userId="ae46efe0d0737c5b" providerId="LiveId" clId="{0143A026-EE0D-4F27-86C9-E851CEA4771C}" dt="2026-02-23T15:38:02.314" v="194"/>
          <ac:spMkLst>
            <pc:docMk/>
            <pc:sldMk cId="3022411090" sldId="265"/>
            <ac:spMk id="8" creationId="{6EA94446-82AC-1037-83BC-E3085A809EBA}"/>
          </ac:spMkLst>
        </pc:spChg>
      </pc:sldChg>
      <pc:sldChg chg="addSp delSp modSp new mod">
        <pc:chgData name="VIKAS RAO" userId="ae46efe0d0737c5b" providerId="LiveId" clId="{0143A026-EE0D-4F27-86C9-E851CEA4771C}" dt="2026-02-23T15:43:00.764" v="231" actId="14100"/>
        <pc:sldMkLst>
          <pc:docMk/>
          <pc:sldMk cId="542094301" sldId="266"/>
        </pc:sldMkLst>
        <pc:spChg chg="mod">
          <ac:chgData name="VIKAS RAO" userId="ae46efe0d0737c5b" providerId="LiveId" clId="{0143A026-EE0D-4F27-86C9-E851CEA4771C}" dt="2026-02-23T15:42:23.166" v="224" actId="1076"/>
          <ac:spMkLst>
            <pc:docMk/>
            <pc:sldMk cId="542094301" sldId="266"/>
            <ac:spMk id="2" creationId="{23B85E14-EA15-136F-176F-809CCDD380AC}"/>
          </ac:spMkLst>
        </pc:spChg>
        <pc:spChg chg="mod">
          <ac:chgData name="VIKAS RAO" userId="ae46efe0d0737c5b" providerId="LiveId" clId="{0143A026-EE0D-4F27-86C9-E851CEA4771C}" dt="2026-02-23T15:42:44.269" v="228" actId="1076"/>
          <ac:spMkLst>
            <pc:docMk/>
            <pc:sldMk cId="542094301" sldId="266"/>
            <ac:spMk id="3" creationId="{663671CA-00DF-1AC1-450F-54EF21ED743B}"/>
          </ac:spMkLst>
        </pc:spChg>
        <pc:spChg chg="del mod">
          <ac:chgData name="VIKAS RAO" userId="ae46efe0d0737c5b" providerId="LiveId" clId="{0143A026-EE0D-4F27-86C9-E851CEA4771C}" dt="2026-02-23T15:42:09.740" v="222"/>
          <ac:spMkLst>
            <pc:docMk/>
            <pc:sldMk cId="542094301" sldId="266"/>
            <ac:spMk id="4" creationId="{B7C95EF2-E44A-8C89-BF41-B9840E961FFF}"/>
          </ac:spMkLst>
        </pc:spChg>
        <pc:picChg chg="add mod ord">
          <ac:chgData name="VIKAS RAO" userId="ae46efe0d0737c5b" providerId="LiveId" clId="{0143A026-EE0D-4F27-86C9-E851CEA4771C}" dt="2026-02-23T15:43:00.764" v="231" actId="14100"/>
          <ac:picMkLst>
            <pc:docMk/>
            <pc:sldMk cId="542094301" sldId="266"/>
            <ac:picMk id="6" creationId="{6F5349D2-8373-76B3-23BB-47CC303977E1}"/>
          </ac:picMkLst>
        </pc:picChg>
      </pc:sldChg>
      <pc:sldChg chg="addSp delSp modSp new mod">
        <pc:chgData name="VIKAS RAO" userId="ae46efe0d0737c5b" providerId="LiveId" clId="{0143A026-EE0D-4F27-86C9-E851CEA4771C}" dt="2026-02-23T15:44:41.328" v="263" actId="14100"/>
        <pc:sldMkLst>
          <pc:docMk/>
          <pc:sldMk cId="15717059" sldId="267"/>
        </pc:sldMkLst>
        <pc:spChg chg="del mod">
          <ac:chgData name="VIKAS RAO" userId="ae46efe0d0737c5b" providerId="LiveId" clId="{0143A026-EE0D-4F27-86C9-E851CEA4771C}" dt="2026-02-23T15:43:42.103" v="239" actId="478"/>
          <ac:spMkLst>
            <pc:docMk/>
            <pc:sldMk cId="15717059" sldId="267"/>
            <ac:spMk id="2" creationId="{A9843147-737C-1B5C-B141-9D7B65F6F574}"/>
          </ac:spMkLst>
        </pc:spChg>
        <pc:spChg chg="mod">
          <ac:chgData name="VIKAS RAO" userId="ae46efe0d0737c5b" providerId="LiveId" clId="{0143A026-EE0D-4F27-86C9-E851CEA4771C}" dt="2026-02-23T15:44:13.822" v="257" actId="14100"/>
          <ac:spMkLst>
            <pc:docMk/>
            <pc:sldMk cId="15717059" sldId="267"/>
            <ac:spMk id="3" creationId="{83AC901A-CEE6-2565-E0AA-83030D1101D7}"/>
          </ac:spMkLst>
        </pc:spChg>
        <pc:spChg chg="del mod">
          <ac:chgData name="VIKAS RAO" userId="ae46efe0d0737c5b" providerId="LiveId" clId="{0143A026-EE0D-4F27-86C9-E851CEA4771C}" dt="2026-02-23T15:44:23.345" v="259"/>
          <ac:spMkLst>
            <pc:docMk/>
            <pc:sldMk cId="15717059" sldId="267"/>
            <ac:spMk id="4" creationId="{690C548C-47E9-62B1-D07E-5C8F8162A2DA}"/>
          </ac:spMkLst>
        </pc:spChg>
        <pc:picChg chg="add mod ord">
          <ac:chgData name="VIKAS RAO" userId="ae46efe0d0737c5b" providerId="LiveId" clId="{0143A026-EE0D-4F27-86C9-E851CEA4771C}" dt="2026-02-23T15:44:41.328" v="263" actId="14100"/>
          <ac:picMkLst>
            <pc:docMk/>
            <pc:sldMk cId="15717059" sldId="267"/>
            <ac:picMk id="6" creationId="{68749DDC-D991-3D69-64BF-A1BCAAD4DEC1}"/>
          </ac:picMkLst>
        </pc:picChg>
      </pc:sldChg>
      <pc:sldChg chg="addSp delSp modSp new mod">
        <pc:chgData name="VIKAS RAO" userId="ae46efe0d0737c5b" providerId="LiveId" clId="{0143A026-EE0D-4F27-86C9-E851CEA4771C}" dt="2026-02-23T17:06:50.493" v="308" actId="2711"/>
        <pc:sldMkLst>
          <pc:docMk/>
          <pc:sldMk cId="2645593051" sldId="268"/>
        </pc:sldMkLst>
        <pc:spChg chg="del">
          <ac:chgData name="VIKAS RAO" userId="ae46efe0d0737c5b" providerId="LiveId" clId="{0143A026-EE0D-4F27-86C9-E851CEA4771C}" dt="2026-02-23T17:05:06.801" v="265" actId="478"/>
          <ac:spMkLst>
            <pc:docMk/>
            <pc:sldMk cId="2645593051" sldId="268"/>
            <ac:spMk id="2" creationId="{2F32A76D-DCD1-C235-D5C6-B52DE41EAB58}"/>
          </ac:spMkLst>
        </pc:spChg>
        <pc:spChg chg="mod">
          <ac:chgData name="VIKAS RAO" userId="ae46efe0d0737c5b" providerId="LiveId" clId="{0143A026-EE0D-4F27-86C9-E851CEA4771C}" dt="2026-02-23T17:06:50.493" v="308" actId="2711"/>
          <ac:spMkLst>
            <pc:docMk/>
            <pc:sldMk cId="2645593051" sldId="268"/>
            <ac:spMk id="3" creationId="{70935CC4-FB14-ECB1-7847-21AF316D5A54}"/>
          </ac:spMkLst>
        </pc:spChg>
        <pc:spChg chg="add del mod">
          <ac:chgData name="VIKAS RAO" userId="ae46efe0d0737c5b" providerId="LiveId" clId="{0143A026-EE0D-4F27-86C9-E851CEA4771C}" dt="2026-02-23T17:05:55.054" v="283"/>
          <ac:spMkLst>
            <pc:docMk/>
            <pc:sldMk cId="2645593051" sldId="268"/>
            <ac:spMk id="4" creationId="{C7121420-7A05-B506-780A-C50D05D2B670}"/>
          </ac:spMkLst>
        </pc:spChg>
        <pc:graphicFrameChg chg="add mod">
          <ac:chgData name="VIKAS RAO" userId="ae46efe0d0737c5b" providerId="LiveId" clId="{0143A026-EE0D-4F27-86C9-E851CEA4771C}" dt="2026-02-23T17:05:45.936" v="282"/>
          <ac:graphicFrameMkLst>
            <pc:docMk/>
            <pc:sldMk cId="2645593051" sldId="268"/>
            <ac:graphicFrameMk id="5" creationId="{8D4256C7-0087-8A90-51CA-20275E4A544B}"/>
          </ac:graphicFrameMkLst>
        </pc:graphicFrameChg>
        <pc:picChg chg="add mod">
          <ac:chgData name="VIKAS RAO" userId="ae46efe0d0737c5b" providerId="LiveId" clId="{0143A026-EE0D-4F27-86C9-E851CEA4771C}" dt="2026-02-23T17:06:06.718" v="286" actId="14100"/>
          <ac:picMkLst>
            <pc:docMk/>
            <pc:sldMk cId="2645593051" sldId="268"/>
            <ac:picMk id="2050" creationId="{8117E848-BC25-DFF4-A140-77C1032173F5}"/>
          </ac:picMkLst>
        </pc:picChg>
      </pc:sldChg>
      <pc:sldChg chg="addSp delSp modSp new mod">
        <pc:chgData name="VIKAS RAO" userId="ae46efe0d0737c5b" providerId="LiveId" clId="{0143A026-EE0D-4F27-86C9-E851CEA4771C}" dt="2026-02-23T17:07:55.749" v="319" actId="14100"/>
        <pc:sldMkLst>
          <pc:docMk/>
          <pc:sldMk cId="62769453" sldId="269"/>
        </pc:sldMkLst>
        <pc:spChg chg="del">
          <ac:chgData name="VIKAS RAO" userId="ae46efe0d0737c5b" providerId="LiveId" clId="{0143A026-EE0D-4F27-86C9-E851CEA4771C}" dt="2026-02-23T17:06:18.316" v="288" actId="478"/>
          <ac:spMkLst>
            <pc:docMk/>
            <pc:sldMk cId="62769453" sldId="269"/>
            <ac:spMk id="2" creationId="{9801B338-5523-B808-30E3-71664BABAB3E}"/>
          </ac:spMkLst>
        </pc:spChg>
        <pc:spChg chg="mod">
          <ac:chgData name="VIKAS RAO" userId="ae46efe0d0737c5b" providerId="LiveId" clId="{0143A026-EE0D-4F27-86C9-E851CEA4771C}" dt="2026-02-23T17:06:42.616" v="307" actId="2711"/>
          <ac:spMkLst>
            <pc:docMk/>
            <pc:sldMk cId="62769453" sldId="269"/>
            <ac:spMk id="3" creationId="{70ABED91-5872-24BE-D943-0AC82BC237AC}"/>
          </ac:spMkLst>
        </pc:spChg>
        <pc:spChg chg="add del mod">
          <ac:chgData name="VIKAS RAO" userId="ae46efe0d0737c5b" providerId="LiveId" clId="{0143A026-EE0D-4F27-86C9-E851CEA4771C}" dt="2026-02-23T17:07:37.497" v="315"/>
          <ac:spMkLst>
            <pc:docMk/>
            <pc:sldMk cId="62769453" sldId="269"/>
            <ac:spMk id="4" creationId="{BC5DE964-9812-9759-2D1E-E7A1AFF042F9}"/>
          </ac:spMkLst>
        </pc:spChg>
        <pc:picChg chg="add mod ord">
          <ac:chgData name="VIKAS RAO" userId="ae46efe0d0737c5b" providerId="LiveId" clId="{0143A026-EE0D-4F27-86C9-E851CEA4771C}" dt="2026-02-23T17:07:55.749" v="319" actId="14100"/>
          <ac:picMkLst>
            <pc:docMk/>
            <pc:sldMk cId="62769453" sldId="269"/>
            <ac:picMk id="6" creationId="{6AB2721C-F0BF-ECFA-B44B-29C58B47EB5A}"/>
          </ac:picMkLst>
        </pc:picChg>
        <pc:picChg chg="add mod">
          <ac:chgData name="VIKAS RAO" userId="ae46efe0d0737c5b" providerId="LiveId" clId="{0143A026-EE0D-4F27-86C9-E851CEA4771C}" dt="2026-02-23T17:07:27.525" v="313"/>
          <ac:picMkLst>
            <pc:docMk/>
            <pc:sldMk cId="62769453" sldId="269"/>
            <ac:picMk id="3074" creationId="{32FC8609-141A-3652-1E2E-23B6BFE84DA1}"/>
          </ac:picMkLst>
        </pc:picChg>
      </pc:sldChg>
      <pc:sldChg chg="addSp delSp modSp new mod">
        <pc:chgData name="VIKAS RAO" userId="ae46efe0d0737c5b" providerId="LiveId" clId="{0143A026-EE0D-4F27-86C9-E851CEA4771C}" dt="2026-02-24T01:36:51.479" v="430" actId="14100"/>
        <pc:sldMkLst>
          <pc:docMk/>
          <pc:sldMk cId="3649146287" sldId="270"/>
        </pc:sldMkLst>
        <pc:spChg chg="del">
          <ac:chgData name="VIKAS RAO" userId="ae46efe0d0737c5b" providerId="LiveId" clId="{0143A026-EE0D-4F27-86C9-E851CEA4771C}" dt="2026-02-23T17:08:11.611" v="321" actId="478"/>
          <ac:spMkLst>
            <pc:docMk/>
            <pc:sldMk cId="3649146287" sldId="270"/>
            <ac:spMk id="2" creationId="{45B96FFE-E376-BA0F-317E-5272C384833D}"/>
          </ac:spMkLst>
        </pc:spChg>
        <pc:spChg chg="mod">
          <ac:chgData name="VIKAS RAO" userId="ae46efe0d0737c5b" providerId="LiveId" clId="{0143A026-EE0D-4F27-86C9-E851CEA4771C}" dt="2026-02-23T17:08:36.824" v="340" actId="1076"/>
          <ac:spMkLst>
            <pc:docMk/>
            <pc:sldMk cId="3649146287" sldId="270"/>
            <ac:spMk id="3" creationId="{7043E580-695A-8649-4680-CE9FDCD92DB7}"/>
          </ac:spMkLst>
        </pc:spChg>
        <pc:spChg chg="add del mod">
          <ac:chgData name="VIKAS RAO" userId="ae46efe0d0737c5b" providerId="LiveId" clId="{0143A026-EE0D-4F27-86C9-E851CEA4771C}" dt="2026-02-24T01:36:31.783" v="425" actId="478"/>
          <ac:spMkLst>
            <pc:docMk/>
            <pc:sldMk cId="3649146287" sldId="270"/>
            <ac:spMk id="4" creationId="{6EA70F0E-5D1D-BDF6-C71B-71E9000C73DF}"/>
          </ac:spMkLst>
        </pc:spChg>
        <pc:spChg chg="del">
          <ac:chgData name="VIKAS RAO" userId="ae46efe0d0737c5b" providerId="LiveId" clId="{0143A026-EE0D-4F27-86C9-E851CEA4771C}" dt="2026-02-23T17:08:52.172" v="342"/>
          <ac:spMkLst>
            <pc:docMk/>
            <pc:sldMk cId="3649146287" sldId="270"/>
            <ac:spMk id="4" creationId="{AB1DD205-A6DC-8536-5F83-76ADADA128C0}"/>
          </ac:spMkLst>
        </pc:spChg>
        <pc:picChg chg="add del mod ord">
          <ac:chgData name="VIKAS RAO" userId="ae46efe0d0737c5b" providerId="LiveId" clId="{0143A026-EE0D-4F27-86C9-E851CEA4771C}" dt="2026-02-24T01:36:24.129" v="423" actId="478"/>
          <ac:picMkLst>
            <pc:docMk/>
            <pc:sldMk cId="3649146287" sldId="270"/>
            <ac:picMk id="6" creationId="{9C970883-B6F8-A9CF-55DB-255917B437FA}"/>
          </ac:picMkLst>
        </pc:picChg>
        <pc:picChg chg="add mod">
          <ac:chgData name="VIKAS RAO" userId="ae46efe0d0737c5b" providerId="LiveId" clId="{0143A026-EE0D-4F27-86C9-E851CEA4771C}" dt="2026-02-24T01:36:51.479" v="430" actId="14100"/>
          <ac:picMkLst>
            <pc:docMk/>
            <pc:sldMk cId="3649146287" sldId="270"/>
            <ac:picMk id="1026" creationId="{2080A6DC-0D17-6360-6ADB-55756843A79F}"/>
          </ac:picMkLst>
        </pc:picChg>
      </pc:sldChg>
      <pc:sldChg chg="addSp delSp modSp new mod">
        <pc:chgData name="VIKAS RAO" userId="ae46efe0d0737c5b" providerId="LiveId" clId="{0143A026-EE0D-4F27-86C9-E851CEA4771C}" dt="2026-02-23T17:11:11.406" v="379" actId="14100"/>
        <pc:sldMkLst>
          <pc:docMk/>
          <pc:sldMk cId="3280257616" sldId="271"/>
        </pc:sldMkLst>
        <pc:spChg chg="del">
          <ac:chgData name="VIKAS RAO" userId="ae46efe0d0737c5b" providerId="LiveId" clId="{0143A026-EE0D-4F27-86C9-E851CEA4771C}" dt="2026-02-23T17:09:23.802" v="349" actId="478"/>
          <ac:spMkLst>
            <pc:docMk/>
            <pc:sldMk cId="3280257616" sldId="271"/>
            <ac:spMk id="2" creationId="{18775F93-2144-8D3A-9F7B-BB9BB6829507}"/>
          </ac:spMkLst>
        </pc:spChg>
        <pc:spChg chg="mod">
          <ac:chgData name="VIKAS RAO" userId="ae46efe0d0737c5b" providerId="LiveId" clId="{0143A026-EE0D-4F27-86C9-E851CEA4771C}" dt="2026-02-23T17:09:50.127" v="369" actId="1076"/>
          <ac:spMkLst>
            <pc:docMk/>
            <pc:sldMk cId="3280257616" sldId="271"/>
            <ac:spMk id="3" creationId="{31C8BCA8-E74F-1383-35D9-DF659CA2DEE7}"/>
          </ac:spMkLst>
        </pc:spChg>
        <pc:spChg chg="del mod">
          <ac:chgData name="VIKAS RAO" userId="ae46efe0d0737c5b" providerId="LiveId" clId="{0143A026-EE0D-4F27-86C9-E851CEA4771C}" dt="2026-02-23T17:10:12.496" v="372"/>
          <ac:spMkLst>
            <pc:docMk/>
            <pc:sldMk cId="3280257616" sldId="271"/>
            <ac:spMk id="4" creationId="{C3818DB3-309B-CF54-5C83-DC3A0F3DA460}"/>
          </ac:spMkLst>
        </pc:spChg>
        <pc:spChg chg="add del mod">
          <ac:chgData name="VIKAS RAO" userId="ae46efe0d0737c5b" providerId="LiveId" clId="{0143A026-EE0D-4F27-86C9-E851CEA4771C}" dt="2026-02-23T17:11:01.272" v="376" actId="478"/>
          <ac:spMkLst>
            <pc:docMk/>
            <pc:sldMk cId="3280257616" sldId="271"/>
            <ac:spMk id="9" creationId="{42DED375-EBE2-09DD-4F57-48E6AA7855E6}"/>
          </ac:spMkLst>
        </pc:spChg>
        <pc:picChg chg="add del mod ord">
          <ac:chgData name="VIKAS RAO" userId="ae46efe0d0737c5b" providerId="LiveId" clId="{0143A026-EE0D-4F27-86C9-E851CEA4771C}" dt="2026-02-23T17:10:50.901" v="374" actId="478"/>
          <ac:picMkLst>
            <pc:docMk/>
            <pc:sldMk cId="3280257616" sldId="271"/>
            <ac:picMk id="6" creationId="{E82B50BE-08DB-15A6-60EA-2E75F4513096}"/>
          </ac:picMkLst>
        </pc:picChg>
        <pc:picChg chg="add mod">
          <ac:chgData name="VIKAS RAO" userId="ae46efe0d0737c5b" providerId="LiveId" clId="{0143A026-EE0D-4F27-86C9-E851CEA4771C}" dt="2026-02-23T17:11:11.406" v="379" actId="14100"/>
          <ac:picMkLst>
            <pc:docMk/>
            <pc:sldMk cId="3280257616" sldId="271"/>
            <ac:picMk id="7" creationId="{552FE1A9-7F55-71BF-4067-10ADB4CB5B8B}"/>
          </ac:picMkLst>
        </pc:picChg>
      </pc:sldChg>
      <pc:sldChg chg="addSp delSp modSp new mod">
        <pc:chgData name="VIKAS RAO" userId="ae46efe0d0737c5b" providerId="LiveId" clId="{0143A026-EE0D-4F27-86C9-E851CEA4771C}" dt="2026-02-23T17:12:03.697" v="393" actId="14100"/>
        <pc:sldMkLst>
          <pc:docMk/>
          <pc:sldMk cId="1089634277" sldId="272"/>
        </pc:sldMkLst>
        <pc:spChg chg="del">
          <ac:chgData name="VIKAS RAO" userId="ae46efe0d0737c5b" providerId="LiveId" clId="{0143A026-EE0D-4F27-86C9-E851CEA4771C}" dt="2026-02-23T17:11:26.841" v="381" actId="478"/>
          <ac:spMkLst>
            <pc:docMk/>
            <pc:sldMk cId="1089634277" sldId="272"/>
            <ac:spMk id="2" creationId="{D53C8DA2-F318-D824-18B7-45CD12B5DAB1}"/>
          </ac:spMkLst>
        </pc:spChg>
        <pc:spChg chg="mod">
          <ac:chgData name="VIKAS RAO" userId="ae46efe0d0737c5b" providerId="LiveId" clId="{0143A026-EE0D-4F27-86C9-E851CEA4771C}" dt="2026-02-23T17:11:44.617" v="387" actId="1076"/>
          <ac:spMkLst>
            <pc:docMk/>
            <pc:sldMk cId="1089634277" sldId="272"/>
            <ac:spMk id="3" creationId="{7F00A1B7-267D-8D43-6C8C-FFF47DC7E2D0}"/>
          </ac:spMkLst>
        </pc:spChg>
        <pc:spChg chg="del">
          <ac:chgData name="VIKAS RAO" userId="ae46efe0d0737c5b" providerId="LiveId" clId="{0143A026-EE0D-4F27-86C9-E851CEA4771C}" dt="2026-02-23T17:11:51.559" v="388"/>
          <ac:spMkLst>
            <pc:docMk/>
            <pc:sldMk cId="1089634277" sldId="272"/>
            <ac:spMk id="4" creationId="{DB7D2403-7C92-2082-0EC5-7FBA3704F05C}"/>
          </ac:spMkLst>
        </pc:spChg>
        <pc:picChg chg="add mod">
          <ac:chgData name="VIKAS RAO" userId="ae46efe0d0737c5b" providerId="LiveId" clId="{0143A026-EE0D-4F27-86C9-E851CEA4771C}" dt="2026-02-23T17:12:03.697" v="393" actId="14100"/>
          <ac:picMkLst>
            <pc:docMk/>
            <pc:sldMk cId="1089634277" sldId="272"/>
            <ac:picMk id="5" creationId="{65EA822B-60B3-734A-B6DC-D1515D05ADD1}"/>
          </ac:picMkLst>
        </pc:picChg>
      </pc:sldChg>
      <pc:sldChg chg="addSp delSp modSp new mod">
        <pc:chgData name="VIKAS RAO" userId="ae46efe0d0737c5b" providerId="LiveId" clId="{0143A026-EE0D-4F27-86C9-E851CEA4771C}" dt="2026-02-23T17:12:48.895" v="407" actId="14100"/>
        <pc:sldMkLst>
          <pc:docMk/>
          <pc:sldMk cId="1897475029" sldId="273"/>
        </pc:sldMkLst>
        <pc:spChg chg="del">
          <ac:chgData name="VIKAS RAO" userId="ae46efe0d0737c5b" providerId="LiveId" clId="{0143A026-EE0D-4F27-86C9-E851CEA4771C}" dt="2026-02-23T17:12:15.711" v="395" actId="478"/>
          <ac:spMkLst>
            <pc:docMk/>
            <pc:sldMk cId="1897475029" sldId="273"/>
            <ac:spMk id="2" creationId="{69E93C04-F2AD-F1AB-84B3-6A1119A63B38}"/>
          </ac:spMkLst>
        </pc:spChg>
        <pc:spChg chg="mod">
          <ac:chgData name="VIKAS RAO" userId="ae46efe0d0737c5b" providerId="LiveId" clId="{0143A026-EE0D-4F27-86C9-E851CEA4771C}" dt="2026-02-23T17:12:31.954" v="401" actId="1076"/>
          <ac:spMkLst>
            <pc:docMk/>
            <pc:sldMk cId="1897475029" sldId="273"/>
            <ac:spMk id="3" creationId="{4F323F75-23DF-292F-A10D-2074312E204D}"/>
          </ac:spMkLst>
        </pc:spChg>
        <pc:spChg chg="del mod">
          <ac:chgData name="VIKAS RAO" userId="ae46efe0d0737c5b" providerId="LiveId" clId="{0143A026-EE0D-4F27-86C9-E851CEA4771C}" dt="2026-02-23T17:12:39.623" v="403"/>
          <ac:spMkLst>
            <pc:docMk/>
            <pc:sldMk cId="1897475029" sldId="273"/>
            <ac:spMk id="4" creationId="{94610ED3-B377-F349-9DE1-743017CA1129}"/>
          </ac:spMkLst>
        </pc:spChg>
        <pc:picChg chg="add mod">
          <ac:chgData name="VIKAS RAO" userId="ae46efe0d0737c5b" providerId="LiveId" clId="{0143A026-EE0D-4F27-86C9-E851CEA4771C}" dt="2026-02-23T17:12:48.895" v="407" actId="14100"/>
          <ac:picMkLst>
            <pc:docMk/>
            <pc:sldMk cId="1897475029" sldId="273"/>
            <ac:picMk id="5" creationId="{F510F205-E1CE-8166-7B66-5A0AA8DAC615}"/>
          </ac:picMkLst>
        </pc:picChg>
      </pc:sldChg>
      <pc:sldChg chg="delSp modSp new mod">
        <pc:chgData name="VIKAS RAO" userId="ae46efe0d0737c5b" providerId="LiveId" clId="{0143A026-EE0D-4F27-86C9-E851CEA4771C}" dt="2026-02-23T17:13:53.538" v="422" actId="122"/>
        <pc:sldMkLst>
          <pc:docMk/>
          <pc:sldMk cId="4121655283" sldId="274"/>
        </pc:sldMkLst>
        <pc:spChg chg="mod">
          <ac:chgData name="VIKAS RAO" userId="ae46efe0d0737c5b" providerId="LiveId" clId="{0143A026-EE0D-4F27-86C9-E851CEA4771C}" dt="2026-02-23T17:13:53.538" v="422" actId="122"/>
          <ac:spMkLst>
            <pc:docMk/>
            <pc:sldMk cId="4121655283" sldId="274"/>
            <ac:spMk id="2" creationId="{37EC78EF-2F1D-0CC9-FD7F-9A85F29EA0B9}"/>
          </ac:spMkLst>
        </pc:spChg>
        <pc:spChg chg="del">
          <ac:chgData name="VIKAS RAO" userId="ae46efe0d0737c5b" providerId="LiveId" clId="{0143A026-EE0D-4F27-86C9-E851CEA4771C}" dt="2026-02-23T17:13:31.865" v="409" actId="478"/>
          <ac:spMkLst>
            <pc:docMk/>
            <pc:sldMk cId="4121655283" sldId="274"/>
            <ac:spMk id="3" creationId="{79CAE3AD-DBC1-ACE8-D542-4A6745E76C27}"/>
          </ac:spMkLst>
        </pc:spChg>
        <pc:spChg chg="del">
          <ac:chgData name="VIKAS RAO" userId="ae46efe0d0737c5b" providerId="LiveId" clId="{0143A026-EE0D-4F27-86C9-E851CEA4771C}" dt="2026-02-23T17:13:35.317" v="410" actId="478"/>
          <ac:spMkLst>
            <pc:docMk/>
            <pc:sldMk cId="4121655283" sldId="274"/>
            <ac:spMk id="4" creationId="{73E115B9-4936-2711-86D4-9C646163CA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C8F6-9C0D-7134-EDEB-DCF95AACF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6DDF1-6BFC-CF13-9670-697211D05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2C0DD-91F3-521E-4138-9521DB5D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DC1C5-E449-A9FC-5654-169A1396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A5AB1-22A7-A424-E573-7263D070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96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B4BDB-D5D2-3CDF-1DBA-AD50C131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1F32-FF77-95D3-AA03-D09D3B0EF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6055C-14CF-E1E7-8BA7-AFB3AD91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3E0F-B5E8-15AD-F07D-03872A43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4C973-2815-56FB-D0E1-5132D7F7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62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5C28-189F-B410-87C2-DA3A7AA7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367C3-DDD0-6047-06CF-D133AC60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95347-B50C-E8E8-608F-402B4C30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73442-C260-BE18-8127-030F7B75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94B49-D4AA-10FA-4DE5-5F07AE43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21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59E6-0729-87A7-068A-CE0C6A6A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ABED9-C472-CBA6-A305-51869948F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369DA-B5A4-74D2-411C-B27A46E0D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E661-2EC8-8FCD-D6B7-5CE3956A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71803-6469-3E91-23FD-449B2E54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6D172-C2F8-25EC-83EA-56B3D343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57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C66A-8AE8-276C-35B5-F60622B7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FBCE-A687-26EB-6131-0A01BA4A4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1A276-1033-5A2D-2679-67297D549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6C4B1-C7DC-4E5C-E5D9-792AC2E56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978AB-F92B-A1B2-48CF-371706E7D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ABCC5-B867-55DE-EE77-10DCCBEA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F2441-BB0B-C894-F979-71DB1B8A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A149A-C461-2B2E-43C7-2158C6AB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70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1060-747E-D837-AA9D-8CAEC543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79B95-2BB9-EF12-05D1-89041CB4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037F-5738-6897-E690-B788D72C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BB5A5-2672-A9E0-E176-7ED360A6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2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C26CB-11C7-9F0C-0E16-669BA89C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0CBD5-1872-A2CB-A48E-FAD9F00E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9EF73-28DB-994E-C672-E33D2C09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66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9F94-AE08-C5DB-E08F-E847BFA1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B8547-4235-D96A-FDE2-A193969A9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5EF55-F4EA-B069-797A-CCD798C18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B20C4-DF32-4A02-7EE3-A22515DB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8C54-47DF-616E-59F2-00283D4D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2CBDD-0592-B3AC-4F95-B1D4EBD9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4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BDC0-E6E1-7E24-538B-BF93C68D5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695C92-22C6-FCD4-3C79-486B6E324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1EE44-DE20-CF35-1DA3-803C616F4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35B8-41B8-D998-9AB0-1B29F911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630B1-6139-C01E-940F-05C6187A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3CA6D-61C5-4ED3-3269-77EA1DAA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54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B315A-F572-A29E-EC33-B15F2746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628A9-85FE-E29E-ECDA-4E54790F1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ED5C3-3687-82B7-2445-C82542D3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D4A14-1F76-A016-F7B9-4954996F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32B1D-C81D-0E74-AE36-DF60BCCE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45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1E0E1-C208-9C7F-CE3A-F9662897A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DE270-9794-C755-6FAF-1E791E4C2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F8BD4-336D-02F3-DE18-8BE9794A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14F27-4AAB-105A-BAED-519CC323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C8AFD-EFD9-F665-05E9-8CBCD657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48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AF0387-935A-A6FF-F050-59404575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CBAA9-FF9F-B2C5-FC39-96C477E34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17EDF-28A6-A0A6-8D0D-3F5C88657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EAC39-6CA5-4513-ABE8-36A0887594D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2331C-2FBE-7D2F-B835-004A358C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4E87D-006A-1A8E-E10F-9DD1D1F03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49CEF-95BE-4F08-9913-46C48B338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28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A45C-BAE9-2A58-C5E3-7E9402A1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080"/>
            <a:ext cx="10515600" cy="785432"/>
          </a:xfrm>
        </p:spPr>
        <p:txBody>
          <a:bodyPr/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Algoscraper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63A0F-460B-1DAB-791A-D7E89C3AB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904" y="2568512"/>
            <a:ext cx="11161295" cy="7854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b="1" u="sng" dirty="0"/>
              <a:t>Intelligent UI Automation and testing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6D15E2-2D90-5C58-E28A-DCC53F1E4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0" y="4800600"/>
            <a:ext cx="4312920" cy="13763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K Vikas Rao</a:t>
            </a:r>
            <a:br>
              <a:rPr lang="en-IN" dirty="0"/>
            </a:br>
            <a:r>
              <a:rPr lang="en-IN" dirty="0"/>
              <a:t>24250142</a:t>
            </a:r>
            <a:br>
              <a:rPr lang="en-IN" dirty="0"/>
            </a:br>
            <a:r>
              <a:rPr lang="en-IN" dirty="0"/>
              <a:t>MCA-B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532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BB87-A494-7F27-915B-2664B83E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C4A64-668F-95E6-EE04-D64089742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311063" cy="4351338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AlgoScraper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Chrome Extension designed to simplify web automation and UI testing directly from the browser.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UI elements from websites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links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user interactions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automation scripts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testing scenarios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22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3516-A02B-0603-A015-E1A082D2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61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CF535-2592-1FB2-52C4-49E3C0A35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testing faces several challenges: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consumes a lot of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tools require coding knowledge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or slow links affect user experience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test scripts manually is difficult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testing workflows is complex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2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3BBD-ED62-E7ED-B6A5-FCA74158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47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1665-E76E-6194-9997-7AB3E96FE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15144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AlgoScraper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UI automation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UI elements automatically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broken or slow links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user interaction scenarios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automation scripts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user-friendly interface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3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3474-3A4D-6C9F-FF6C-C72357B4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AA6D9-29DF-9C5D-7333-43ED184AB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5639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AlgoScraper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browser-based automation solution.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as a Chrome Extension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UI elements automatically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link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user interactions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automation scripts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21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3181-A859-24C0-E334-B2BFBF9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05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CEE5-032E-2908-0B18-F868EEAAA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8324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features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AlgoScraper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Element Scraping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Link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Recording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 Generation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 Monitoring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37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140A-D786-C5CA-A91B-579F075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326A-8FB9-030A-9CE3-8E95D2A0E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939272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AlgoScraper</a:t>
            </a:r>
            <a:r>
              <a:rPr lang="en-IN" dirty="0"/>
              <a:t> follows a layered architecture:</a:t>
            </a:r>
          </a:p>
          <a:p>
            <a:r>
              <a:rPr lang="en-IN" dirty="0"/>
              <a:t>Chrome Extension Interface</a:t>
            </a:r>
          </a:p>
          <a:p>
            <a:r>
              <a:rPr lang="en-IN" dirty="0"/>
              <a:t>Frontend Layer </a:t>
            </a:r>
          </a:p>
          <a:p>
            <a:r>
              <a:rPr lang="en-IN" dirty="0"/>
              <a:t>Backend API Services </a:t>
            </a:r>
          </a:p>
          <a:p>
            <a:r>
              <a:rPr lang="en-IN" dirty="0"/>
              <a:t>Database Layer</a:t>
            </a:r>
          </a:p>
        </p:txBody>
      </p:sp>
    </p:spTree>
    <p:extLst>
      <p:ext uri="{BB962C8B-B14F-4D97-AF65-F5344CB8AC3E}">
        <p14:creationId xmlns:p14="http://schemas.microsoft.com/office/powerpoint/2010/main" val="1670439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CD71-4BE5-0E1A-C2C9-B859AF18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37F8-6D9B-AB42-2700-6F3436E921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Redux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Extension APIs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C19CC-F3D9-F3BD-D9B8-DC482C41AD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51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4074-1F09-B416-5E90-A45DE317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04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03ED-D5CC-D5ED-02A4-13DCCDF49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AlgoScraper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the following users: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Engineer / Tester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automation scenarios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automated tests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scripts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results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User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Scrapes UI elements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link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automation results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98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FFAE-05A9-BA25-AB32-03FCFF76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88E4E-3A4A-0BBD-FDA3-F08601F4B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98608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Chrome Extension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 feature: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 UI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Link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processes the request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APIs handle the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stored in database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to the user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41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5E14-EA15-136F-176F-809CCDD3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19"/>
            <a:ext cx="10515600" cy="26581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71CA-00DF-1AC1-450F-54EF21ED7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984" y="1911097"/>
            <a:ext cx="5181600" cy="44869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 Level 01)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5349D2-8373-76B3-23BB-47CC303977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76656"/>
            <a:ext cx="5334000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9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C901A-CEE6-2565-E0AA-83030D110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316865"/>
            <a:ext cx="5352288" cy="515239"/>
          </a:xfrm>
        </p:spPr>
        <p:txBody>
          <a:bodyPr>
            <a:normAutofit/>
          </a:bodyPr>
          <a:lstStyle/>
          <a:p>
            <a:r>
              <a:rPr lang="en-US" dirty="0"/>
              <a:t>Data Flow Diagram (DFD Level 02)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749DDC-D991-3D69-64BF-A1BCAAD4DE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7200"/>
            <a:ext cx="4757928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5CC4-FB14-ECB1-7847-21AF316D5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76" y="97409"/>
            <a:ext cx="5181600" cy="62496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17E848-BC25-DFF4-A140-77C1032173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007" y="658812"/>
            <a:ext cx="12256008" cy="602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59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BED91-5872-24BE-D943-0AC82BC23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5592" y="280289"/>
            <a:ext cx="5181600" cy="606679"/>
          </a:xfrm>
        </p:spPr>
        <p:txBody>
          <a:bodyPr/>
          <a:lstStyle/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B2721C-F0BF-ECFA-B44B-29C58B47EB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417" y="123824"/>
            <a:ext cx="4910328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3E580-695A-8649-4680-CE9FDCD92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008" y="225425"/>
            <a:ext cx="5181600" cy="58839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2080A6DC-0D17-6360-6ADB-55756843A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828" y="225424"/>
            <a:ext cx="8761476" cy="663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146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8BCA8-E74F-1383-35D9-DF659CA2D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296" y="161417"/>
            <a:ext cx="5181600" cy="54267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FE1A9-7F55-71BF-4067-10ADB4CB5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60" y="868680"/>
            <a:ext cx="7417308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57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0A1B7-267D-8D43-6C8C-FFF47DC7E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128" y="197993"/>
            <a:ext cx="5181600" cy="58839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chart Diagrams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A822B-60B3-734A-B6DC-D1515D05AD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728" y="320040"/>
            <a:ext cx="4477512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34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3F75-23DF-292F-A10D-2074312E2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992" y="143129"/>
            <a:ext cx="5181600" cy="57010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10F205-E1CE-8166-7B66-5A0AA8DAC6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381" y="292608"/>
            <a:ext cx="5573459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75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78EF-2F1D-0CC9-FD7F-9A85F29E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656" y="2103437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165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325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Algoscraper</vt:lpstr>
      <vt:lpstr>Introduction</vt:lpstr>
      <vt:lpstr>Problem Statement</vt:lpstr>
      <vt:lpstr>Objectives</vt:lpstr>
      <vt:lpstr>Solution</vt:lpstr>
      <vt:lpstr>Key Features</vt:lpstr>
      <vt:lpstr>System Architecture</vt:lpstr>
      <vt:lpstr>Technology Used</vt:lpstr>
      <vt:lpstr>User Roles</vt:lpstr>
      <vt:lpstr>System Workflow</vt:lpstr>
      <vt:lpstr>SYSTEM DESIGN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RAO</dc:creator>
  <cp:lastModifiedBy>VIKAS RAO</cp:lastModifiedBy>
  <cp:revision>1</cp:revision>
  <dcterms:created xsi:type="dcterms:W3CDTF">2026-02-23T14:46:29Z</dcterms:created>
  <dcterms:modified xsi:type="dcterms:W3CDTF">2026-02-24T01:36:52Z</dcterms:modified>
</cp:coreProperties>
</file>